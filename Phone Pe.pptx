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ae23227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ae23227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 Pe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Video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Ipynb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Insights PDF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Submit within 14 days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